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BFA2-D17D-4C83-B94D-FCE60CB2D2D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9755-E408-486B-A81A-F10C352939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45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BFA2-D17D-4C83-B94D-FCE60CB2D2D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9755-E408-486B-A81A-F10C35293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2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BFA2-D17D-4C83-B94D-FCE60CB2D2D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9755-E408-486B-A81A-F10C352939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54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BFA2-D17D-4C83-B94D-FCE60CB2D2D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9755-E408-486B-A81A-F10C35293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71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BFA2-D17D-4C83-B94D-FCE60CB2D2D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9755-E408-486B-A81A-F10C35293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23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BFA2-D17D-4C83-B94D-FCE60CB2D2D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9755-E408-486B-A81A-F10C35293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0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BFA2-D17D-4C83-B94D-FCE60CB2D2D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9755-E408-486B-A81A-F10C35293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9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CBBFA2-D17D-4C83-B94D-FCE60CB2D2D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A49755-E408-486B-A81A-F10C35293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71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BFA2-D17D-4C83-B94D-FCE60CB2D2D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9755-E408-486B-A81A-F10C35293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2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BFA2-D17D-4C83-B94D-FCE60CB2D2D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9755-E408-486B-A81A-F10C35293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75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BFA2-D17D-4C83-B94D-FCE60CB2D2D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9755-E408-486B-A81A-F10C35293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3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CBBFA2-D17D-4C83-B94D-FCE60CB2D2D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0A49755-E408-486B-A81A-F10C352939F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676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7F0B-60A6-427F-A2EA-ED32BB7E0B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latin typeface="AachenDEEMed" pitchFamily="2" charset="0"/>
              </a:rPr>
              <a:t>REPORTING A PROJECT</a:t>
            </a:r>
          </a:p>
        </p:txBody>
      </p:sp>
    </p:spTree>
    <p:extLst>
      <p:ext uri="{BB962C8B-B14F-4D97-AF65-F5344CB8AC3E}">
        <p14:creationId xmlns:p14="http://schemas.microsoft.com/office/powerpoint/2010/main" val="29244116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72)">
            <a:extLst>
              <a:ext uri="{FF2B5EF4-FFF2-40B4-BE49-F238E27FC236}">
                <a16:creationId xmlns:a16="http://schemas.microsoft.com/office/drawing/2014/main" id="{9A1DEA3B-4A78-4A27-B417-37B5C48398C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413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73)">
            <a:extLst>
              <a:ext uri="{FF2B5EF4-FFF2-40B4-BE49-F238E27FC236}">
                <a16:creationId xmlns:a16="http://schemas.microsoft.com/office/drawing/2014/main" id="{44F8E72E-C30E-4E03-8183-865D765FC9E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92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74)">
            <a:extLst>
              <a:ext uri="{FF2B5EF4-FFF2-40B4-BE49-F238E27FC236}">
                <a16:creationId xmlns:a16="http://schemas.microsoft.com/office/drawing/2014/main" id="{EF8F114D-A8A9-489E-A563-40750E977B8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467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75)">
            <a:extLst>
              <a:ext uri="{FF2B5EF4-FFF2-40B4-BE49-F238E27FC236}">
                <a16:creationId xmlns:a16="http://schemas.microsoft.com/office/drawing/2014/main" id="{BDDFDBD1-8FB1-49F7-8C81-7A31E0357E9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5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76)">
            <a:extLst>
              <a:ext uri="{FF2B5EF4-FFF2-40B4-BE49-F238E27FC236}">
                <a16:creationId xmlns:a16="http://schemas.microsoft.com/office/drawing/2014/main" id="{05FEA381-09EC-4E65-9EF4-6E10BED913F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109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77)">
            <a:extLst>
              <a:ext uri="{FF2B5EF4-FFF2-40B4-BE49-F238E27FC236}">
                <a16:creationId xmlns:a16="http://schemas.microsoft.com/office/drawing/2014/main" id="{F24497C6-9BEE-4EE8-B22E-0844F022705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07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78)">
            <a:extLst>
              <a:ext uri="{FF2B5EF4-FFF2-40B4-BE49-F238E27FC236}">
                <a16:creationId xmlns:a16="http://schemas.microsoft.com/office/drawing/2014/main" id="{6016F5D1-9A78-4146-9CEE-BD78CAB14ED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432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79)">
            <a:extLst>
              <a:ext uri="{FF2B5EF4-FFF2-40B4-BE49-F238E27FC236}">
                <a16:creationId xmlns:a16="http://schemas.microsoft.com/office/drawing/2014/main" id="{119DB022-5073-4FCA-A222-CC00FF601F6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72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80)">
            <a:extLst>
              <a:ext uri="{FF2B5EF4-FFF2-40B4-BE49-F238E27FC236}">
                <a16:creationId xmlns:a16="http://schemas.microsoft.com/office/drawing/2014/main" id="{BCD9A7AD-3210-4602-BC24-7A2B0884D56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3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81)">
            <a:extLst>
              <a:ext uri="{FF2B5EF4-FFF2-40B4-BE49-F238E27FC236}">
                <a16:creationId xmlns:a16="http://schemas.microsoft.com/office/drawing/2014/main" id="{1C855651-5219-46CF-86FC-00ED18A4690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73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82)">
            <a:extLst>
              <a:ext uri="{FF2B5EF4-FFF2-40B4-BE49-F238E27FC236}">
                <a16:creationId xmlns:a16="http://schemas.microsoft.com/office/drawing/2014/main" id="{18BA6A41-3739-41A1-AF21-064568321DC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49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83)">
            <a:extLst>
              <a:ext uri="{FF2B5EF4-FFF2-40B4-BE49-F238E27FC236}">
                <a16:creationId xmlns:a16="http://schemas.microsoft.com/office/drawing/2014/main" id="{DADD9B84-76A3-4F4F-8F9B-0EF3A0672B1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618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84)">
            <a:extLst>
              <a:ext uri="{FF2B5EF4-FFF2-40B4-BE49-F238E27FC236}">
                <a16:creationId xmlns:a16="http://schemas.microsoft.com/office/drawing/2014/main" id="{8B2D7D4A-3EE2-42E2-9EA4-37EE9CEE423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75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85)">
            <a:extLst>
              <a:ext uri="{FF2B5EF4-FFF2-40B4-BE49-F238E27FC236}">
                <a16:creationId xmlns:a16="http://schemas.microsoft.com/office/drawing/2014/main" id="{C4052B9E-5E9C-419B-8521-AD27BB5557D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39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86)">
            <a:extLst>
              <a:ext uri="{FF2B5EF4-FFF2-40B4-BE49-F238E27FC236}">
                <a16:creationId xmlns:a16="http://schemas.microsoft.com/office/drawing/2014/main" id="{355C63B5-6938-4BBC-B08E-E544ABFF36B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02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87)">
            <a:extLst>
              <a:ext uri="{FF2B5EF4-FFF2-40B4-BE49-F238E27FC236}">
                <a16:creationId xmlns:a16="http://schemas.microsoft.com/office/drawing/2014/main" id="{01E98895-DC3F-4AE0-B8A9-45237440823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58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88)">
            <a:extLst>
              <a:ext uri="{FF2B5EF4-FFF2-40B4-BE49-F238E27FC236}">
                <a16:creationId xmlns:a16="http://schemas.microsoft.com/office/drawing/2014/main" id="{581E3CCC-3156-4EA0-970B-448C03C0856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990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89)">
            <a:extLst>
              <a:ext uri="{FF2B5EF4-FFF2-40B4-BE49-F238E27FC236}">
                <a16:creationId xmlns:a16="http://schemas.microsoft.com/office/drawing/2014/main" id="{7D7B1718-133E-4EFD-925A-C5A5175D16F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399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90)">
            <a:extLst>
              <a:ext uri="{FF2B5EF4-FFF2-40B4-BE49-F238E27FC236}">
                <a16:creationId xmlns:a16="http://schemas.microsoft.com/office/drawing/2014/main" id="{8F228E72-9B90-4CAE-9A7D-603E4F94DAE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91)">
            <a:extLst>
              <a:ext uri="{FF2B5EF4-FFF2-40B4-BE49-F238E27FC236}">
                <a16:creationId xmlns:a16="http://schemas.microsoft.com/office/drawing/2014/main" id="{D9A1EB8C-6B16-49EF-8589-544C13B77C8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37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92)">
            <a:extLst>
              <a:ext uri="{FF2B5EF4-FFF2-40B4-BE49-F238E27FC236}">
                <a16:creationId xmlns:a16="http://schemas.microsoft.com/office/drawing/2014/main" id="{F9737EE0-525A-4D1C-AA0F-6B9792B7AA8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8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505)">
            <a:extLst>
              <a:ext uri="{FF2B5EF4-FFF2-40B4-BE49-F238E27FC236}">
                <a16:creationId xmlns:a16="http://schemas.microsoft.com/office/drawing/2014/main" id="{2B12AD52-D69B-4C49-9145-18F86C3A2BA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94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506)">
            <a:extLst>
              <a:ext uri="{FF2B5EF4-FFF2-40B4-BE49-F238E27FC236}">
                <a16:creationId xmlns:a16="http://schemas.microsoft.com/office/drawing/2014/main" id="{F7F7658A-B9F2-47B5-82D0-89C5F227599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65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</TotalTime>
  <Words>3</Words>
  <Application>Microsoft Office PowerPoint</Application>
  <PresentationFormat>Widescreen</PresentationFormat>
  <Paragraphs>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AachenDEEMed</vt:lpstr>
      <vt:lpstr>Calibri</vt:lpstr>
      <vt:lpstr>Calibri Light</vt:lpstr>
      <vt:lpstr>Retrospect</vt:lpstr>
      <vt:lpstr>REPORTING A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REPORTING A PROJECT</dc:title>
  <dc:creator>Dell</dc:creator>
  <cp:lastModifiedBy>Dell</cp:lastModifiedBy>
  <cp:revision>4</cp:revision>
  <dcterms:created xsi:type="dcterms:W3CDTF">2025-05-28T07:40:53Z</dcterms:created>
  <dcterms:modified xsi:type="dcterms:W3CDTF">2025-05-28T07:44:14Z</dcterms:modified>
</cp:coreProperties>
</file>